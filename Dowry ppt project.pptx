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5" r:id="rId9"/>
    <p:sldId id="262" r:id="rId10"/>
    <p:sldId id="263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38151"/>
            <a:ext cx="7772400" cy="1600199"/>
          </a:xfrm>
        </p:spPr>
        <p:txBody>
          <a:bodyPr/>
          <a:lstStyle/>
          <a:p>
            <a:r>
              <a:rPr dirty="0"/>
              <a:t>Dowry System in India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866900"/>
            <a:ext cx="6400800" cy="3771900"/>
          </a:xfrm>
        </p:spPr>
        <p:txBody>
          <a:bodyPr/>
          <a:lstStyle/>
          <a:p>
            <a:r>
              <a:rPr dirty="0"/>
              <a:t>A Data-Driven Social Analysis Using Power BI</a:t>
            </a:r>
          </a:p>
          <a:p>
            <a:r>
              <a:rPr dirty="0"/>
              <a:t>Presented by Sonam Kumari</a:t>
            </a:r>
          </a:p>
          <a:p>
            <a:r>
              <a:rPr dirty="0"/>
              <a:t>Data Analytics Project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A94D78-8646-4F9D-937B-485FACDD7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4100" y="4057650"/>
            <a:ext cx="2667000" cy="2667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Problem</a:t>
            </a:r>
            <a:r>
              <a:rPr dirty="0"/>
              <a:t> </a:t>
            </a:r>
            <a:r>
              <a:rPr b="1" dirty="0"/>
              <a:t>Statement &amp; Real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4950"/>
            <a:ext cx="7848600" cy="4192588"/>
          </a:xfrm>
        </p:spPr>
        <p:txBody>
          <a:bodyPr/>
          <a:lstStyle/>
          <a:p>
            <a:r>
              <a:rPr dirty="0"/>
              <a:t>Dowry remains a persistent social issue in India.</a:t>
            </a:r>
          </a:p>
          <a:p>
            <a:pPr lvl="1"/>
            <a:r>
              <a:rPr dirty="0"/>
              <a:t>Dowry-related violence affects women's safety and dignity.</a:t>
            </a:r>
          </a:p>
          <a:p>
            <a:pPr lvl="1"/>
            <a:r>
              <a:rPr dirty="0"/>
              <a:t>Conviction rates remain lower than reported cases.</a:t>
            </a:r>
          </a:p>
          <a:p>
            <a:pPr lvl="1"/>
            <a:r>
              <a:rPr dirty="0"/>
              <a:t>Data-driven monitoring is essential for awareness and reform.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dowry death trends (2019–2023).</a:t>
            </a:r>
          </a:p>
          <a:p>
            <a:pPr lvl="1"/>
            <a:r>
              <a:t>Identify high-risk states.</a:t>
            </a:r>
          </a:p>
          <a:p>
            <a:pPr lvl="1"/>
            <a:r>
              <a:t>Study conviction rate patterns.</a:t>
            </a:r>
          </a:p>
          <a:p>
            <a:pPr lvl="1"/>
            <a:r>
              <a:t>Build an interactive and insight-driven dashboard.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Structured CSV dataset (State, Year, Crime Metrics).</a:t>
            </a:r>
          </a:p>
          <a:p>
            <a:pPr lvl="1"/>
            <a:r>
              <a:t>Data cleaning using Power Query.</a:t>
            </a:r>
          </a:p>
          <a:p>
            <a:pPr lvl="1"/>
            <a:r>
              <a:t>DAX measures for KPIs and growth analysis.</a:t>
            </a:r>
          </a:p>
          <a:p>
            <a:pPr lvl="1"/>
            <a:r>
              <a:t>Interactive visual design with slicers.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Dashboard Overview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95B833-9181-485B-809F-7D6ED38051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14082" y="1574281"/>
            <a:ext cx="7433789" cy="37692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Visual Insights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495DA8-FAB2-4E49-8DED-01E315AB4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225" y="1296015"/>
            <a:ext cx="6833440" cy="17351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69DFBFF-7EDB-4C66-92A0-B2ED2E35A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3306167"/>
            <a:ext cx="6324600" cy="22558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5708CD-395E-496E-83D5-A6D9AFCAB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6" y="1143001"/>
            <a:ext cx="7697693" cy="418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1675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20B959-3BD9-482E-999C-2A4F22150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4" y="929348"/>
            <a:ext cx="8753475" cy="23894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9154A9-FFCC-427C-9260-B889F523A4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3" y="3506400"/>
            <a:ext cx="8877303" cy="2422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4534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from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Certain states consistently report higher dowry deaths.</a:t>
            </a:r>
          </a:p>
          <a:p>
            <a:pPr lvl="1"/>
            <a:r>
              <a:t>Urban vs Rural patterns reveal social disparity.</a:t>
            </a:r>
          </a:p>
          <a:p>
            <a:pPr lvl="1"/>
            <a:r>
              <a:t>Trend shows fluctuation rather than elimination.</a:t>
            </a:r>
          </a:p>
          <a:p>
            <a:pPr lvl="1"/>
            <a:r>
              <a:t>Conviction improvement still required.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Social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visualization transforms statistics into awareness.</a:t>
            </a:r>
          </a:p>
          <a:p>
            <a:pPr lvl="1"/>
            <a:r>
              <a:t>Interactive dashboards support policy-level understanding.</a:t>
            </a:r>
          </a:p>
          <a:p>
            <a:pPr lvl="1"/>
            <a:r>
              <a:t>Continuous monitoring is necessary for long-term change.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&amp; Discussion</a:t>
            </a:r>
          </a:p>
          <a:p>
            <a:pPr lvl="1"/>
            <a:r>
              <a:t>Thank you for your attention.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277</TotalTime>
  <Words>190</Words>
  <Application>Microsoft Office PowerPoint</Application>
  <PresentationFormat>On-screen Show (4:3)</PresentationFormat>
  <Paragraphs>33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Dowry System in India</vt:lpstr>
      <vt:lpstr>Problem Statement &amp; Real Issues</vt:lpstr>
      <vt:lpstr>Project Objectives</vt:lpstr>
      <vt:lpstr>Dataset &amp; Methodology</vt:lpstr>
      <vt:lpstr>Interactive Dashboard Overview</vt:lpstr>
      <vt:lpstr>Key Visual Insights</vt:lpstr>
      <vt:lpstr>PowerPoint Presentation</vt:lpstr>
      <vt:lpstr>PowerPoint Presentation</vt:lpstr>
      <vt:lpstr>Key Insights from Analysis</vt:lpstr>
      <vt:lpstr>Conclusion &amp; Social Impact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Dowry System in India</dc:title>
  <dc:subject/>
  <dc:creator/>
  <cp:keywords/>
  <dc:description>generated using python-pptx</dc:description>
  <cp:lastModifiedBy>sonam082kumari@outlook.com</cp:lastModifiedBy>
  <cp:revision>8</cp:revision>
  <dcterms:created xsi:type="dcterms:W3CDTF">2013-01-27T09:14:16Z</dcterms:created>
  <dcterms:modified xsi:type="dcterms:W3CDTF">2026-02-28T04:32:15Z</dcterms:modified>
  <cp:category/>
</cp:coreProperties>
</file>